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16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26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89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071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544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6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72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062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47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804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EF52D-90F3-46EC-A97E-13F5F154307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B7275-2E97-41AF-BD5A-C614A578C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31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8867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870200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68867" y="3183465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870200" y="3183464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68866" y="4428064"/>
            <a:ext cx="4309533" cy="19219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071533" y="1938866"/>
            <a:ext cx="4097867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5071533" y="3183464"/>
            <a:ext cx="4097867" cy="31665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262533" y="1938866"/>
            <a:ext cx="2336799" cy="44111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189567" y="193886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Deposit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29519" y="1938865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Deposit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4917" y="3194933"/>
            <a:ext cx="1816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Saving Account Amount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56983" y="3194933"/>
            <a:ext cx="1968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Checking Account Amount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61617" y="1938864"/>
            <a:ext cx="2120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Foreign Currency Amount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3" y="3570530"/>
            <a:ext cx="537033" cy="53703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3" y="2253326"/>
            <a:ext cx="487020" cy="54314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83" y="2264547"/>
            <a:ext cx="520700" cy="5207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89" y="3635103"/>
            <a:ext cx="542594" cy="49195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988" y="2253326"/>
            <a:ext cx="581046" cy="6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12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68867" y="1938866"/>
            <a:ext cx="10930466" cy="4411134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59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68867" y="1938866"/>
            <a:ext cx="7459133" cy="44111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46533" y="1938866"/>
            <a:ext cx="3318934" cy="217170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246533" y="4220633"/>
            <a:ext cx="3318934" cy="2129368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876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889621" y="897467"/>
            <a:ext cx="5675845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889621" y="1929172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8839200" y="1930693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753225" y="198603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Clients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84271" y="1986035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Loan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889621" y="3317705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8839200" y="3319226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/>
          <p:cNvSpPr txBox="1"/>
          <p:nvPr/>
        </p:nvSpPr>
        <p:spPr>
          <a:xfrm>
            <a:off x="6771744" y="3398405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Deposit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620250" y="3400774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Fees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176" y="3693875"/>
            <a:ext cx="642179" cy="716183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5889621" y="4706238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/>
          <p:cNvSpPr/>
          <p:nvPr/>
        </p:nvSpPr>
        <p:spPr>
          <a:xfrm>
            <a:off x="8839200" y="4707759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/>
          <p:cNvSpPr txBox="1"/>
          <p:nvPr/>
        </p:nvSpPr>
        <p:spPr>
          <a:xfrm>
            <a:off x="6578600" y="4794097"/>
            <a:ext cx="1480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CC Amount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283700" y="4810514"/>
            <a:ext cx="1837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Saving Account Amount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183" y="2349669"/>
            <a:ext cx="611900" cy="611900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619" y="5138315"/>
            <a:ext cx="628023" cy="628023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052" y="5138315"/>
            <a:ext cx="742615" cy="673304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517" y="2349669"/>
            <a:ext cx="785496" cy="570794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802" y="3759321"/>
            <a:ext cx="820854" cy="571862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551" y="615313"/>
            <a:ext cx="3294630" cy="325274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52472" y="3781234"/>
            <a:ext cx="4322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Bahnschrift" panose="020B0502040204020203" pitchFamily="34" charset="0"/>
              </a:rPr>
              <a:t>BANKING DASHBOARD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32367" y="4617676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LOAN DEPOSIT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190191" y="4614205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DEPOSIT ANALYSIS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954210" y="5435393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SUMMARY</a:t>
            </a:r>
            <a:endParaRPr lang="en-IN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739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8867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870200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68867" y="3183465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870200" y="3183464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68866" y="4428064"/>
            <a:ext cx="4309533" cy="19219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071533" y="1938865"/>
            <a:ext cx="4097867" cy="21082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5071533" y="4148666"/>
            <a:ext cx="4097867" cy="220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262533" y="1938866"/>
            <a:ext cx="2336799" cy="44111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189567" y="193886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Loan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29519" y="1938865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Loan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4917" y="3194933"/>
            <a:ext cx="1816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Business Lending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56983" y="3194933"/>
            <a:ext cx="1968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Credit Cards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3" y="2253326"/>
            <a:ext cx="487020" cy="54314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83" y="2264547"/>
            <a:ext cx="520700" cy="5207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89" y="3635103"/>
            <a:ext cx="542594" cy="49195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560" y="3513692"/>
            <a:ext cx="489516" cy="59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7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8867" y="193886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338442" y="1972142"/>
            <a:ext cx="126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Clients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940975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416300" y="1927365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6187017" y="1927365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/>
          <p:cNvSpPr/>
          <p:nvPr/>
        </p:nvSpPr>
        <p:spPr>
          <a:xfrm>
            <a:off x="8957734" y="192736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/>
          <p:cNvSpPr/>
          <p:nvPr/>
        </p:nvSpPr>
        <p:spPr>
          <a:xfrm>
            <a:off x="668866" y="3484632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/>
          <p:cNvSpPr/>
          <p:nvPr/>
        </p:nvSpPr>
        <p:spPr>
          <a:xfrm>
            <a:off x="3416299" y="3473131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/>
          <p:cNvSpPr/>
          <p:nvPr/>
        </p:nvSpPr>
        <p:spPr>
          <a:xfrm>
            <a:off x="6187016" y="3473131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/>
          <p:cNvSpPr/>
          <p:nvPr/>
        </p:nvSpPr>
        <p:spPr>
          <a:xfrm>
            <a:off x="8957733" y="3473132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/>
          <p:cNvSpPr/>
          <p:nvPr/>
        </p:nvSpPr>
        <p:spPr>
          <a:xfrm>
            <a:off x="668866" y="5026447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/>
          <p:cNvSpPr/>
          <p:nvPr/>
        </p:nvSpPr>
        <p:spPr>
          <a:xfrm>
            <a:off x="3416299" y="501494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/>
          <p:cNvSpPr/>
          <p:nvPr/>
        </p:nvSpPr>
        <p:spPr>
          <a:xfrm>
            <a:off x="6187016" y="501494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/>
          <p:cNvSpPr/>
          <p:nvPr/>
        </p:nvSpPr>
        <p:spPr>
          <a:xfrm>
            <a:off x="8957733" y="5014947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/>
          <p:cNvSpPr txBox="1"/>
          <p:nvPr/>
        </p:nvSpPr>
        <p:spPr>
          <a:xfrm>
            <a:off x="4186767" y="1973614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Loan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365249" y="3561419"/>
            <a:ext cx="1275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Deposit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05440" y="5085021"/>
            <a:ext cx="1534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CC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71950" y="3563587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Fees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657598" y="5080074"/>
            <a:ext cx="209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Saving Account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957484" y="1973613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Loan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98733" y="3538076"/>
            <a:ext cx="1392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Deposit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05031" y="5080074"/>
            <a:ext cx="220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Foreign Currency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451974" y="1945549"/>
            <a:ext cx="16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Business Lending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059332" y="3540061"/>
            <a:ext cx="2421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Checking Account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175748" y="5073503"/>
            <a:ext cx="2305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Engagement Account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561" y="3954388"/>
            <a:ext cx="487020" cy="543144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050" y="5532665"/>
            <a:ext cx="537033" cy="537033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3965610"/>
            <a:ext cx="520700" cy="520700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471" y="4013976"/>
            <a:ext cx="542594" cy="491952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72" y="2382193"/>
            <a:ext cx="785496" cy="570794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83" y="2361640"/>
            <a:ext cx="611900" cy="611900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720" y="3925670"/>
            <a:ext cx="820854" cy="571862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700" y="5464529"/>
            <a:ext cx="742615" cy="673304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893" y="2380560"/>
            <a:ext cx="489516" cy="599408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267" y="2407240"/>
            <a:ext cx="520700" cy="520700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5493206"/>
            <a:ext cx="581046" cy="615950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5656" y="5422417"/>
            <a:ext cx="660568" cy="71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08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100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Krishika Garg</cp:lastModifiedBy>
  <cp:revision>13</cp:revision>
  <dcterms:created xsi:type="dcterms:W3CDTF">2021-12-26T12:35:18Z</dcterms:created>
  <dcterms:modified xsi:type="dcterms:W3CDTF">2026-02-02T11:58:54Z</dcterms:modified>
</cp:coreProperties>
</file>